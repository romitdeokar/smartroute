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59" r:id="rId6"/>
    <p:sldId id="260" r:id="rId7"/>
    <p:sldId id="267" r:id="rId8"/>
    <p:sldId id="268" r:id="rId9"/>
    <p:sldId id="269" r:id="rId10"/>
    <p:sldId id="266" r:id="rId11"/>
    <p:sldId id="265" r:id="rId12"/>
    <p:sldId id="264" r:id="rId13"/>
    <p:sldId id="263" r:id="rId14"/>
    <p:sldId id="262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8929B-5B58-20BF-7DEB-2196CB4E7F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61C55A-EE34-3E53-44B3-F50E0CAA1E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C5FC2-48CB-129E-88F0-D901DBF17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072-0706-4661-80AD-5E0690968E2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32211-A149-426D-B452-B40453B5D1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7F691-C09B-D6EE-FAF0-6A2B84683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8F60-885B-4D8C-9B84-F034F90ED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674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2EDF7-3B34-1A4B-2F42-F05A3CE98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FD946-0E56-1A88-E22A-39BB12F5F9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09F1-9023-728B-4E8E-66B5DBAF9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072-0706-4661-80AD-5E0690968E2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B8D04-2CAA-5576-19F8-DB8208CA3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3A06C-A02A-7515-5C2F-DD5138B95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8F60-885B-4D8C-9B84-F034F90ED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401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251FB-E7DF-74FA-369A-159704F70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3CEF3-7D28-A7BE-54DF-21ACA26861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46AE6-5BA4-65CA-08B3-D9F907E4D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072-0706-4661-80AD-5E0690968E2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3CA94-4643-6DCF-2A84-E5A9ECE70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24AD8-E960-41A2-6226-D8A629D9A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8F60-885B-4D8C-9B84-F034F90ED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53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C5578-EB25-D9D6-039E-079B68613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A2909-9F6D-8E20-C1F8-C6C1C029F1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4AC7B-F0A8-2DA9-9253-03BF85680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BA8AC-F814-572E-04C1-CB1741007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072-0706-4661-80AD-5E0690968E2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06F26-F5E9-BF60-957D-AC246F4F2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6BB5C-55FA-98F9-2054-BEAF6F342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8F60-885B-4D8C-9B84-F034F90ED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78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A3FE5-7910-8E12-EAED-4301167B5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A3DCFE-418A-F0F7-11B5-AEBB5B0E2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1C034-B301-0555-63A9-EFF4727D0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662198-A193-C26E-ECE4-2E2DA3E94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7F1438-E218-C774-6497-80FEA8877D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3ABE10-4826-4939-4832-B2F53323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072-0706-4661-80AD-5E0690968E2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28A1C2-94E1-70AB-1265-134F1D2F5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EDDE18-1557-10B6-15D4-3AF99A7C1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8F60-885B-4D8C-9B84-F034F90ED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094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7E920-6781-AC1E-8E9B-231588902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1D184D-3C0B-4CC6-BA0A-4ADE30012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072-0706-4661-80AD-5E0690968E2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2CF882-289D-126B-6415-C21B63C2E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60F0D5-FBD5-C8EE-56DB-CC1A98CF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8F60-885B-4D8C-9B84-F034F90ED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1118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EADB4D-0D85-15B8-B089-CBD7D9D69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072-0706-4661-80AD-5E0690968E2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7E065D-91C2-E614-B8DD-BDCBF35F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4D134D-69F9-3C27-04A9-5066834E8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8F60-885B-4D8C-9B84-F034F90ED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117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6AFA-211C-665E-7A0F-B10E1B963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2AC18-777B-666C-84B8-6E0BDABF4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723ECB-1747-D107-0C5A-057F29880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EC74A-B9E1-BE55-137C-14C251628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072-0706-4661-80AD-5E0690968E2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385F6-040B-64FE-1A1F-82E73A630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23B895-D557-75F8-366C-4A361F084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8F60-885B-4D8C-9B84-F034F90ED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859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0AB6D-4657-DE1D-096D-7C2EFF072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F65619-1B9C-C903-535B-9495B0BDF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4B8412-D049-E444-AD9C-CF9AA3494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BEF17-8AC9-8722-F27C-504DC08D0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072-0706-4661-80AD-5E0690968E2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60742-8F17-92C7-0C3A-6CC1A59CF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9F35D-A6C9-6103-1D0F-6DD0B4A40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8F60-885B-4D8C-9B84-F034F90ED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761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8240F-D2E5-6FE4-1694-630EC35E5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6BA8DE-1F92-903C-E157-6597D4EB6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14531-767A-F87E-1974-53526568A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072-0706-4661-80AD-5E0690968E2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8D0B8-109D-237D-A122-40C7CF0BB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DF45C-8F74-5B74-5AE4-3276F1E8F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8F60-885B-4D8C-9B84-F034F90ED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923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7ECE54-A018-4BAF-786B-9EDA1FEDDF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1C0CE2-0F1E-8E7B-7D77-8DE00351E5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D5B0C-1DF6-3EB7-8076-639ED4738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072-0706-4661-80AD-5E0690968E2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4D195-092C-B3B2-A5FA-A03BBEF0E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FC3D28-50AF-7A53-6B35-4FE53CB09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08F60-885B-4D8C-9B84-F034F90ED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74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4249EB-D610-CE30-C7F5-4766597E2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109386-9C56-7586-D6F6-34BFF3AB7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92367-E720-CA9C-4DEA-C2E54335B2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BB072-0706-4661-80AD-5E0690968E26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13C9A-B730-0C51-ADF4-F175F70751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7D991-88E5-19A2-74EE-96B73A08F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08F60-885B-4D8C-9B84-F034F90ED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32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328B062-E936-411C-0CD6-54F2846F3D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7" r="56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3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A2CF83-9D30-C0D2-85F3-903B2DB51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07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5E9AB6-8944-FB18-64B7-FEEB9954F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514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5FE7AC-9165-B973-8186-D304179B8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9159"/>
            <a:ext cx="12192001" cy="672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090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ED1351-EB73-1325-B48C-05625C855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125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AA5085-C4B0-BE91-AB7A-72E4D7B79C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9630"/>
          <a:stretch>
            <a:fillRect/>
          </a:stretch>
        </p:blipFill>
        <p:spPr>
          <a:xfrm>
            <a:off x="0" y="-1"/>
            <a:ext cx="12113342" cy="46811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BED48DF-8B2E-0789-7E0A-21B08385EB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94" t="3411" r="2277" b="29114"/>
          <a:stretch>
            <a:fillRect/>
          </a:stretch>
        </p:blipFill>
        <p:spPr>
          <a:xfrm>
            <a:off x="1278194" y="4616244"/>
            <a:ext cx="8332281" cy="2241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749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A327CD-BDF6-B414-620F-8A2871638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3" y="0"/>
            <a:ext cx="10902782" cy="59190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AB4130-3CF9-E1B3-D98A-D292D7129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8846" y="6007510"/>
            <a:ext cx="5264186" cy="5112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EEEE80-3CAC-3616-A3E6-CB76566BDF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864"/>
          <a:stretch>
            <a:fillRect/>
          </a:stretch>
        </p:blipFill>
        <p:spPr>
          <a:xfrm>
            <a:off x="750839" y="5919019"/>
            <a:ext cx="4140491" cy="938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245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C761A3-8AD0-D155-2397-0C6C35392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972800" cy="65905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8274CB-7BAF-2CF8-AFFE-0E0B824F9F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140" y="5888767"/>
            <a:ext cx="4632035" cy="9692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17132D-B6C8-C62A-E639-B7560FB40E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55"/>
          <a:stretch>
            <a:fillRect/>
          </a:stretch>
        </p:blipFill>
        <p:spPr>
          <a:xfrm>
            <a:off x="532785" y="1365720"/>
            <a:ext cx="4933950" cy="549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791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833656-0AFE-9215-88BF-D1DBA48FD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0" y="127819"/>
            <a:ext cx="11543072" cy="639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968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B8D10C-F290-DA34-B5FD-F9D5289D5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2789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07C000-8286-B056-A865-7929274E96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52"/>
          <a:stretch>
            <a:fillRect/>
          </a:stretch>
        </p:blipFill>
        <p:spPr>
          <a:xfrm>
            <a:off x="0" y="2"/>
            <a:ext cx="9921607" cy="55945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DCF471-42A7-4444-4531-7A10ACF6C4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0801"/>
          <a:stretch>
            <a:fillRect/>
          </a:stretch>
        </p:blipFill>
        <p:spPr>
          <a:xfrm>
            <a:off x="89396" y="5594555"/>
            <a:ext cx="9921607" cy="126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837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2FBB9C-8DF2-127A-E99D-5457A31D6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307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01FD21-CB41-2E96-51E8-94895C2FD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4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214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A236ED-16AA-C2F2-7A59-52131EC44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0972800" cy="61443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34AD04-9C89-B1F1-C4C8-060B5247BB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564" b="28889"/>
          <a:stretch>
            <a:fillRect/>
          </a:stretch>
        </p:blipFill>
        <p:spPr>
          <a:xfrm>
            <a:off x="127322" y="5847478"/>
            <a:ext cx="7296033" cy="101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471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0950EB-6B08-7CD8-4652-21FE535DB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518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657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Romit Deokar</dc:creator>
  <cp:lastModifiedBy>Romit Deokar</cp:lastModifiedBy>
  <cp:revision>1</cp:revision>
  <dcterms:created xsi:type="dcterms:W3CDTF">2026-03-05T19:55:19Z</dcterms:created>
  <dcterms:modified xsi:type="dcterms:W3CDTF">2026-03-05T19:55:32Z</dcterms:modified>
</cp:coreProperties>
</file>